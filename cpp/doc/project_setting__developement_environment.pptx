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79" r:id="rId2"/>
    <p:sldId id="281" r:id="rId3"/>
    <p:sldId id="285" r:id="rId4"/>
    <p:sldId id="284" r:id="rId5"/>
    <p:sldId id="282" r:id="rId6"/>
    <p:sldId id="283" r:id="rId7"/>
    <p:sldId id="280" r:id="rId8"/>
  </p:sldIdLst>
  <p:sldSz cx="9144000" cy="6858000" type="screen4x3"/>
  <p:notesSz cx="6797675" cy="987425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1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1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1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1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0000FF"/>
    <a:srgbClr val="EAEAEA"/>
    <a:srgbClr val="DDDDDD"/>
    <a:srgbClr val="DEDEDE"/>
    <a:srgbClr val="FCFCFC"/>
    <a:srgbClr val="F2F2F2"/>
    <a:srgbClr val="FF7A00"/>
    <a:srgbClr val="0066CB"/>
    <a:srgbClr val="7FAF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1354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95" d="100"/>
          <a:sy n="95" d="100"/>
        </p:scale>
        <p:origin x="-3576" y="-90"/>
      </p:cViewPr>
      <p:guideLst>
        <p:guide orient="horz" pos="3110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45955" cy="49305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246" y="2"/>
            <a:ext cx="2945955" cy="49305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1B90C6-478F-4020-94F7-7A365D69A3A0}" type="datetimeFigureOut">
              <a:rPr lang="ko-KR" altLang="en-US" smtClean="0"/>
              <a:pPr/>
              <a:t>2024-11-07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379560"/>
            <a:ext cx="2945955" cy="4930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246" y="9379560"/>
            <a:ext cx="2945955" cy="4930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5D6749-F4CB-46B3-8E5E-41259A5AA47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45955" cy="49305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246" y="2"/>
            <a:ext cx="2945955" cy="49305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1C34AF-9FD1-4FB2-A2EC-FD937BF46C9F}" type="datetimeFigureOut">
              <a:rPr lang="ko-KR" altLang="en-US" smtClean="0"/>
              <a:pPr/>
              <a:t>2024-11-07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30275" y="741363"/>
            <a:ext cx="4937125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063" y="4690596"/>
            <a:ext cx="5437550" cy="44424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379560"/>
            <a:ext cx="2945955" cy="4930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246" y="9379560"/>
            <a:ext cx="2945955" cy="4930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259F33-ECD9-4BDA-AD1D-6D387FA5815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259F33-ECD9-4BDA-AD1D-6D387FA58158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259F33-ECD9-4BDA-AD1D-6D387FA58158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259F33-ECD9-4BDA-AD1D-6D387FA58158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259F33-ECD9-4BDA-AD1D-6D387FA58158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259F33-ECD9-4BDA-AD1D-6D387FA58158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259F33-ECD9-4BDA-AD1D-6D387FA58158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259F33-ECD9-4BDA-AD1D-6D387FA58158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2" name="Picture 340" descr="image_0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gray">
          <a:xfrm>
            <a:off x="5722938" y="2166938"/>
            <a:ext cx="1454150" cy="1454150"/>
          </a:xfrm>
          <a:prstGeom prst="rect">
            <a:avLst/>
          </a:prstGeom>
          <a:noFill/>
        </p:spPr>
      </p:pic>
      <p:pic>
        <p:nvPicPr>
          <p:cNvPr id="3414" name="Picture 342" descr="image_0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4238625" y="2166938"/>
            <a:ext cx="1460500" cy="1460500"/>
          </a:xfrm>
          <a:prstGeom prst="rect">
            <a:avLst/>
          </a:prstGeom>
          <a:noFill/>
        </p:spPr>
      </p:pic>
      <p:pic>
        <p:nvPicPr>
          <p:cNvPr id="3415" name="Picture 343" descr="image_0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gray">
          <a:xfrm>
            <a:off x="7194550" y="2166938"/>
            <a:ext cx="1463675" cy="1463675"/>
          </a:xfrm>
          <a:prstGeom prst="rect">
            <a:avLst/>
          </a:prstGeom>
          <a:noFill/>
        </p:spPr>
      </p:pic>
      <p:pic>
        <p:nvPicPr>
          <p:cNvPr id="3416" name="Picture 344" descr="image_0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gray">
          <a:xfrm>
            <a:off x="2752725" y="2166938"/>
            <a:ext cx="1460500" cy="1460500"/>
          </a:xfrm>
          <a:prstGeom prst="rect">
            <a:avLst/>
          </a:prstGeom>
          <a:noFill/>
        </p:spPr>
      </p:pic>
      <p:sp>
        <p:nvSpPr>
          <p:cNvPr id="3404" name="Rectangle 332"/>
          <p:cNvSpPr>
            <a:spLocks noChangeArrowheads="1"/>
          </p:cNvSpPr>
          <p:nvPr/>
        </p:nvSpPr>
        <p:spPr bwMode="gray">
          <a:xfrm>
            <a:off x="4240213" y="2163763"/>
            <a:ext cx="1460500" cy="1462087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405" name="Rectangle 333"/>
          <p:cNvSpPr>
            <a:spLocks noChangeArrowheads="1"/>
          </p:cNvSpPr>
          <p:nvPr/>
        </p:nvSpPr>
        <p:spPr bwMode="gray">
          <a:xfrm>
            <a:off x="7200900" y="2162175"/>
            <a:ext cx="1454150" cy="1470025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3410" name="Group 338"/>
          <p:cNvGrpSpPr>
            <a:grpSpLocks/>
          </p:cNvGrpSpPr>
          <p:nvPr/>
        </p:nvGrpSpPr>
        <p:grpSpPr bwMode="auto">
          <a:xfrm>
            <a:off x="914400" y="0"/>
            <a:ext cx="685800" cy="685800"/>
            <a:chOff x="576" y="0"/>
            <a:chExt cx="454" cy="475"/>
          </a:xfrm>
        </p:grpSpPr>
        <p:sp>
          <p:nvSpPr>
            <p:cNvPr id="3407" name="Rectangle 335"/>
            <p:cNvSpPr>
              <a:spLocks noChangeArrowheads="1"/>
            </p:cNvSpPr>
            <p:nvPr userDrawn="1"/>
          </p:nvSpPr>
          <p:spPr bwMode="gray">
            <a:xfrm>
              <a:off x="576" y="0"/>
              <a:ext cx="229" cy="221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3408" name="Rectangle 336"/>
            <p:cNvSpPr>
              <a:spLocks noChangeArrowheads="1"/>
            </p:cNvSpPr>
            <p:nvPr userDrawn="1"/>
          </p:nvSpPr>
          <p:spPr bwMode="gray">
            <a:xfrm>
              <a:off x="795" y="222"/>
              <a:ext cx="235" cy="253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3444" name="Group 372"/>
          <p:cNvGrpSpPr>
            <a:grpSpLocks/>
          </p:cNvGrpSpPr>
          <p:nvPr/>
        </p:nvGrpSpPr>
        <p:grpSpPr bwMode="auto">
          <a:xfrm>
            <a:off x="409575" y="3576638"/>
            <a:ext cx="8258175" cy="119062"/>
            <a:chOff x="288" y="1248"/>
            <a:chExt cx="5229" cy="96"/>
          </a:xfrm>
        </p:grpSpPr>
        <p:grpSp>
          <p:nvGrpSpPr>
            <p:cNvPr id="3440" name="Group 368"/>
            <p:cNvGrpSpPr>
              <a:grpSpLocks/>
            </p:cNvGrpSpPr>
            <p:nvPr userDrawn="1"/>
          </p:nvGrpSpPr>
          <p:grpSpPr bwMode="auto">
            <a:xfrm>
              <a:off x="288" y="1248"/>
              <a:ext cx="5229" cy="96"/>
              <a:chOff x="192" y="498"/>
              <a:chExt cx="5376" cy="78"/>
            </a:xfrm>
          </p:grpSpPr>
          <p:sp>
            <p:nvSpPr>
              <p:cNvPr id="3441" name="Rectangle 369"/>
              <p:cNvSpPr>
                <a:spLocks noChangeArrowheads="1"/>
              </p:cNvSpPr>
              <p:nvPr userDrawn="1"/>
            </p:nvSpPr>
            <p:spPr bwMode="gray">
              <a:xfrm>
                <a:off x="192" y="498"/>
                <a:ext cx="1488" cy="78"/>
              </a:xfrm>
              <a:prstGeom prst="rect">
                <a:avLst/>
              </a:prstGeom>
              <a:solidFill>
                <a:schemeClr val="tx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3442" name="Line 370"/>
              <p:cNvSpPr>
                <a:spLocks noChangeShapeType="1"/>
              </p:cNvSpPr>
              <p:nvPr userDrawn="1"/>
            </p:nvSpPr>
            <p:spPr bwMode="gray">
              <a:xfrm>
                <a:off x="192" y="576"/>
                <a:ext cx="5376" cy="0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ko-KR" altLang="en-US"/>
              </a:p>
            </p:txBody>
          </p:sp>
        </p:grpSp>
        <p:pic>
          <p:nvPicPr>
            <p:cNvPr id="3443" name="Picture 371" descr="Untitled-4 copy"/>
            <p:cNvPicPr>
              <a:picLocks noChangeAspect="1" noChangeArrowheads="1"/>
            </p:cNvPicPr>
            <p:nvPr userDrawn="1"/>
          </p:nvPicPr>
          <p:blipFill>
            <a:blip r:embed="rId6" cstate="print"/>
            <a:srcRect/>
            <a:stretch>
              <a:fillRect/>
            </a:stretch>
          </p:blipFill>
          <p:spPr bwMode="gray">
            <a:xfrm>
              <a:off x="346" y="1254"/>
              <a:ext cx="71" cy="77"/>
            </a:xfrm>
            <a:prstGeom prst="rect">
              <a:avLst/>
            </a:prstGeom>
            <a:noFill/>
          </p:spPr>
        </p:pic>
      </p:grp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6019800" y="6324600"/>
            <a:ext cx="2874963" cy="320675"/>
          </a:xfrm>
        </p:spPr>
        <p:txBody>
          <a:bodyPr/>
          <a:lstStyle>
            <a:lvl1pPr algn="ctr">
              <a:defRPr sz="1200">
                <a:solidFill>
                  <a:srgbClr val="000000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3445" name="Rectangle 373"/>
          <p:cNvSpPr>
            <a:spLocks noGrp="1" noChangeArrowheads="1"/>
          </p:cNvSpPr>
          <p:nvPr>
            <p:ph type="sldNum" sz="quarter" idx="4"/>
          </p:nvPr>
        </p:nvSpPr>
        <p:spPr>
          <a:xfrm>
            <a:off x="4267200" y="6400800"/>
            <a:ext cx="838200" cy="261938"/>
          </a:xfrm>
        </p:spPr>
        <p:txBody>
          <a:bodyPr/>
          <a:lstStyle>
            <a:lvl1pPr>
              <a:defRPr/>
            </a:lvl1pPr>
          </a:lstStyle>
          <a:p>
            <a:fld id="{31755E00-65C9-4511-88A1-C7F05C3CA98F}" type="slidenum">
              <a:rPr lang="ko-KR" altLang="en-US"/>
              <a:pPr/>
              <a:t>‹#›</a:t>
            </a:fld>
            <a:endParaRPr lang="en-US" altLang="ko-KR"/>
          </a:p>
        </p:txBody>
      </p:sp>
      <p:sp>
        <p:nvSpPr>
          <p:cNvPr id="3446" name="Rectangle 374"/>
          <p:cNvSpPr>
            <a:spLocks noGrp="1" noChangeArrowheads="1"/>
          </p:cNvSpPr>
          <p:nvPr>
            <p:ph type="dt" sz="half" idx="2"/>
          </p:nvPr>
        </p:nvSpPr>
        <p:spPr>
          <a:xfrm>
            <a:off x="381000" y="6400800"/>
            <a:ext cx="1905000" cy="261938"/>
          </a:xfr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42950" y="3848100"/>
            <a:ext cx="8001000" cy="533400"/>
          </a:xfrm>
        </p:spPr>
        <p:txBody>
          <a:bodyPr/>
          <a:lstStyle>
            <a:lvl1pPr algn="r">
              <a:defRPr sz="4800" b="1"/>
            </a:lvl1pPr>
          </a:lstStyle>
          <a:p>
            <a:r>
              <a:rPr lang="ko-KR" altLang="en-US" smtClean="0"/>
              <a:t>마스터 제목 스타일 편집</a:t>
            </a:r>
            <a:endParaRPr lang="en-US" altLang="ko-K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57250" y="4495800"/>
            <a:ext cx="7854950" cy="457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b="1">
                <a:solidFill>
                  <a:schemeClr val="accent1"/>
                </a:solidFill>
              </a:defRPr>
            </a:lvl1pPr>
          </a:lstStyle>
          <a:p>
            <a:r>
              <a:rPr lang="ko-KR" altLang="en-US" smtClean="0"/>
              <a:t>마스터 부제목 스타일 편집</a:t>
            </a:r>
            <a:endParaRPr lang="en-US" altLang="ko-KR"/>
          </a:p>
        </p:txBody>
      </p:sp>
      <p:pic>
        <p:nvPicPr>
          <p:cNvPr id="3451" name="Picture 379" descr="image_0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7197725" y="687388"/>
            <a:ext cx="1460500" cy="1460500"/>
          </a:xfrm>
          <a:prstGeom prst="rect">
            <a:avLst/>
          </a:prstGeom>
          <a:noFill/>
        </p:spPr>
      </p:pic>
      <p:sp>
        <p:nvSpPr>
          <p:cNvPr id="3452" name="Rectangle 380"/>
          <p:cNvSpPr>
            <a:spLocks noChangeArrowheads="1"/>
          </p:cNvSpPr>
          <p:nvPr/>
        </p:nvSpPr>
        <p:spPr bwMode="gray">
          <a:xfrm>
            <a:off x="5715000" y="685800"/>
            <a:ext cx="1460500" cy="1462088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pic>
        <p:nvPicPr>
          <p:cNvPr id="3454" name="Picture 382" descr="logo-1"/>
          <p:cNvPicPr>
            <a:picLocks noChangeAspect="1" noChangeArrowheads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838200" y="3124200"/>
            <a:ext cx="1255713" cy="3492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48E62B4-1100-45BC-9361-663C6466A65C}" type="slidenum">
              <a:rPr lang="ko-KR" altLang="en-US"/>
              <a:pPr/>
              <a:t>‹#›</a:t>
            </a:fld>
            <a:endParaRPr lang="en-US" altLang="ko-KR"/>
          </a:p>
        </p:txBody>
      </p:sp>
      <p:sp>
        <p:nvSpPr>
          <p:cNvPr id="6" name="날짜 개체 틀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3AED5E0-AC89-4939-92B3-9DD07712431E}" type="slidenum">
              <a:rPr lang="ko-KR" altLang="en-US"/>
              <a:pPr/>
              <a:t>‹#›</a:t>
            </a:fld>
            <a:endParaRPr lang="en-US" altLang="ko-KR"/>
          </a:p>
        </p:txBody>
      </p:sp>
      <p:sp>
        <p:nvSpPr>
          <p:cNvPr id="6" name="날짜 개체 틀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4152900" cy="5334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10100" y="1066800"/>
            <a:ext cx="4152900" cy="5334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84251DA-2FDD-4AC3-ABDA-FD6E0B94E8B1}" type="slidenum">
              <a:rPr lang="ko-KR" altLang="en-US"/>
              <a:pPr/>
              <a:t>‹#›</a:t>
            </a:fld>
            <a:endParaRPr lang="en-US" altLang="ko-KR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바닥글 개체 틀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8F2110B-DE2F-404B-B2AB-7550757661C3}" type="slidenum">
              <a:rPr lang="ko-KR" altLang="en-US"/>
              <a:pPr/>
              <a:t>‹#›</a:t>
            </a:fld>
            <a:endParaRPr lang="en-US" altLang="ko-KR"/>
          </a:p>
        </p:txBody>
      </p:sp>
      <p:sp>
        <p:nvSpPr>
          <p:cNvPr id="9" name="날짜 개체 틀 8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3F9473E-73B6-4713-A151-236AEA514641}" type="slidenum">
              <a:rPr lang="ko-KR" altLang="en-US"/>
              <a:pPr/>
              <a:t>‹#›</a:t>
            </a:fld>
            <a:endParaRPr lang="en-US" altLang="ko-KR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2B9DC28-4699-4AED-8FBD-E239D42001B7}" type="slidenum">
              <a:rPr lang="ko-KR" altLang="en-US"/>
              <a:pPr/>
              <a:t>‹#›</a:t>
            </a:fld>
            <a:endParaRPr lang="en-US" altLang="ko-KR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6FD8539-88B5-441E-BF66-777EA194B2C6}" type="slidenum">
              <a:rPr lang="ko-KR" altLang="en-US"/>
              <a:pPr/>
              <a:t>‹#›</a:t>
            </a:fld>
            <a:endParaRPr lang="en-US" altLang="ko-KR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5EA5A44-3E32-4FC0-B422-39EC18FA6816}" type="slidenum">
              <a:rPr lang="ko-KR" altLang="en-US"/>
              <a:pPr/>
              <a:t>‹#›</a:t>
            </a:fld>
            <a:endParaRPr lang="en-US" altLang="ko-KR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D3DFC5D-DCA2-4F3C-8CC8-AFD773AA5C7B}" type="slidenum">
              <a:rPr lang="ko-KR" altLang="en-US"/>
              <a:pPr/>
              <a:t>‹#›</a:t>
            </a:fld>
            <a:endParaRPr lang="en-US" altLang="ko-KR"/>
          </a:p>
        </p:txBody>
      </p:sp>
      <p:sp>
        <p:nvSpPr>
          <p:cNvPr id="6" name="날짜 개체 틀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48450" y="152400"/>
            <a:ext cx="2114550" cy="6248400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6191250" cy="624840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E8876FA-5F50-4D89-A2B0-94B99FA737C5}" type="slidenum">
              <a:rPr lang="ko-KR" altLang="en-US"/>
              <a:pPr/>
              <a:t>‹#›</a:t>
            </a:fld>
            <a:endParaRPr lang="en-US" altLang="ko-KR"/>
          </a:p>
        </p:txBody>
      </p:sp>
      <p:sp>
        <p:nvSpPr>
          <p:cNvPr id="6" name="날짜 개체 틀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vmlDrawing" Target="../drawings/vmlDrawing1.v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Freeform 126"/>
          <p:cNvSpPr>
            <a:spLocks/>
          </p:cNvSpPr>
          <p:nvPr/>
        </p:nvSpPr>
        <p:spPr bwMode="gray">
          <a:xfrm>
            <a:off x="-12700" y="342900"/>
            <a:ext cx="6032500" cy="6794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3800" y="0"/>
              </a:cxn>
              <a:cxn ang="0">
                <a:pos x="3456" y="428"/>
              </a:cxn>
            </a:cxnLst>
            <a:rect l="0" t="0" r="r" b="b"/>
            <a:pathLst>
              <a:path w="3800" h="428">
                <a:moveTo>
                  <a:pt x="0" y="0"/>
                </a:moveTo>
                <a:lnTo>
                  <a:pt x="3800" y="0"/>
                </a:lnTo>
                <a:lnTo>
                  <a:pt x="3456" y="428"/>
                </a:lnTo>
              </a:path>
            </a:pathLst>
          </a:cu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gray">
          <a:xfrm>
            <a:off x="6629400" y="6483350"/>
            <a:ext cx="2133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b="1">
                <a:ea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gray">
          <a:xfrm>
            <a:off x="4114800" y="6477000"/>
            <a:ext cx="838200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ea typeface="굴림" pitchFamily="50" charset="-127"/>
              </a:defRPr>
            </a:lvl1pPr>
          </a:lstStyle>
          <a:p>
            <a:fld id="{059F4425-E62D-465E-BDDD-F3BAC8C7853A}" type="slidenum">
              <a:rPr lang="ko-KR" altLang="en-US"/>
              <a:pPr/>
              <a:t>‹#›</a:t>
            </a:fld>
            <a:endParaRPr lang="en-US" altLang="ko-KR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gray">
          <a:xfrm>
            <a:off x="304800" y="6477000"/>
            <a:ext cx="1905000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ea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gray">
          <a:xfrm>
            <a:off x="304800" y="1066800"/>
            <a:ext cx="8458200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altLang="ko-KR" smtClean="0"/>
          </a:p>
        </p:txBody>
      </p:sp>
      <p:grpSp>
        <p:nvGrpSpPr>
          <p:cNvPr id="1215" name="Group 191"/>
          <p:cNvGrpSpPr>
            <a:grpSpLocks/>
          </p:cNvGrpSpPr>
          <p:nvPr/>
        </p:nvGrpSpPr>
        <p:grpSpPr bwMode="auto">
          <a:xfrm>
            <a:off x="304800" y="800100"/>
            <a:ext cx="8377238" cy="131763"/>
            <a:chOff x="192" y="498"/>
            <a:chExt cx="5376" cy="78"/>
          </a:xfrm>
        </p:grpSpPr>
        <p:grpSp>
          <p:nvGrpSpPr>
            <p:cNvPr id="1216" name="Group 192"/>
            <p:cNvGrpSpPr>
              <a:grpSpLocks/>
            </p:cNvGrpSpPr>
            <p:nvPr userDrawn="1"/>
          </p:nvGrpSpPr>
          <p:grpSpPr bwMode="auto">
            <a:xfrm>
              <a:off x="192" y="498"/>
              <a:ext cx="5376" cy="78"/>
              <a:chOff x="192" y="498"/>
              <a:chExt cx="5376" cy="78"/>
            </a:xfrm>
          </p:grpSpPr>
          <p:sp>
            <p:nvSpPr>
              <p:cNvPr id="1217" name="Rectangle 193"/>
              <p:cNvSpPr>
                <a:spLocks noChangeArrowheads="1"/>
              </p:cNvSpPr>
              <p:nvPr userDrawn="1"/>
            </p:nvSpPr>
            <p:spPr bwMode="gray">
              <a:xfrm>
                <a:off x="192" y="498"/>
                <a:ext cx="1488" cy="78"/>
              </a:xfrm>
              <a:prstGeom prst="rect">
                <a:avLst/>
              </a:prstGeom>
              <a:solidFill>
                <a:schemeClr val="tx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1218" name="Line 194"/>
              <p:cNvSpPr>
                <a:spLocks noChangeShapeType="1"/>
              </p:cNvSpPr>
              <p:nvPr userDrawn="1"/>
            </p:nvSpPr>
            <p:spPr bwMode="gray">
              <a:xfrm>
                <a:off x="192" y="576"/>
                <a:ext cx="5376" cy="0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ko-KR" altLang="en-US"/>
              </a:p>
            </p:txBody>
          </p:sp>
        </p:grpSp>
        <p:pic>
          <p:nvPicPr>
            <p:cNvPr id="1219" name="Picture 195" descr="Untitled-4 copy"/>
            <p:cNvPicPr>
              <a:picLocks noChangeAspect="1" noChangeArrowheads="1"/>
            </p:cNvPicPr>
            <p:nvPr userDrawn="1"/>
          </p:nvPicPr>
          <p:blipFill>
            <a:blip r:embed="rId14" cstate="print"/>
            <a:srcRect/>
            <a:stretch>
              <a:fillRect/>
            </a:stretch>
          </p:blipFill>
          <p:spPr bwMode="gray">
            <a:xfrm>
              <a:off x="300" y="504"/>
              <a:ext cx="72" cy="72"/>
            </a:xfrm>
            <a:prstGeom prst="rect">
              <a:avLst/>
            </a:prstGeom>
            <a:noFill/>
          </p:spPr>
        </p:pic>
      </p:grpSp>
      <p:graphicFrame>
        <p:nvGraphicFramePr>
          <p:cNvPr id="1246" name="Object 222"/>
          <p:cNvGraphicFramePr>
            <a:graphicFrameLocks noChangeAspect="1"/>
          </p:cNvGraphicFramePr>
          <p:nvPr/>
        </p:nvGraphicFramePr>
        <p:xfrm>
          <a:off x="6324600" y="457200"/>
          <a:ext cx="2362200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2" name="Image" r:id="rId15" imgW="5600000" imgH="1117460" progId="">
                  <p:embed/>
                </p:oleObj>
              </mc:Choice>
              <mc:Fallback>
                <p:oleObj name="Image" r:id="rId15" imgW="5600000" imgH="1117460" progId="">
                  <p:embed/>
                  <p:pic>
                    <p:nvPicPr>
                      <p:cNvPr id="0" name="Picture 2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gray">
                      <a:xfrm>
                        <a:off x="6324600" y="457200"/>
                        <a:ext cx="2362200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B1AE6B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DED9CC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47" name="Rectangle 223"/>
          <p:cNvSpPr>
            <a:spLocks noChangeArrowheads="1"/>
          </p:cNvSpPr>
          <p:nvPr/>
        </p:nvSpPr>
        <p:spPr bwMode="gray">
          <a:xfrm>
            <a:off x="7753350" y="469900"/>
            <a:ext cx="457200" cy="45085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248" name="Rectangle 224"/>
          <p:cNvSpPr>
            <a:spLocks noChangeArrowheads="1"/>
          </p:cNvSpPr>
          <p:nvPr/>
        </p:nvSpPr>
        <p:spPr bwMode="gray">
          <a:xfrm>
            <a:off x="8220075" y="0"/>
            <a:ext cx="457200" cy="4572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304800" y="152400"/>
            <a:ext cx="6172200" cy="563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  <a:endParaRPr lang="en-US" altLang="ko-KR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lr>
          <a:schemeClr val="tx2"/>
        </a:buClr>
        <a:buFont typeface="Wingdings" pitchFamily="2" charset="2"/>
        <a:buChar char="v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600">
          <a:solidFill>
            <a:schemeClr val="tx1"/>
          </a:solidFill>
          <a:latin typeface="+mn-lt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lr>
          <a:schemeClr val="accent2"/>
        </a:buClr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subversion.tigris.org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tortoisesvn.net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file:///e:\svnrepos\swl\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hyperlink" Target="file:///e:\svnrepos\sandbox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boost.org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babel.isa.uma.es/mrpt/" TargetMode="External"/><Relationship Id="rId5" Type="http://schemas.openxmlformats.org/officeDocument/2006/relationships/hyperlink" Target="http://opencv.willowgarage.com/wiki/" TargetMode="External"/><Relationship Id="rId4" Type="http://schemas.openxmlformats.org/officeDocument/2006/relationships/hyperlink" Target="http://sourceforge.net/projects/opencvlibrary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36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sz="4400" dirty="0" smtClean="0">
                <a:ea typeface="굴림" pitchFamily="50" charset="-127"/>
              </a:rPr>
              <a:t>Project Setting</a:t>
            </a:r>
            <a:endParaRPr lang="en-US" altLang="ko-KR" sz="4400" dirty="0">
              <a:ea typeface="굴림" pitchFamily="50" charset="-127"/>
            </a:endParaRPr>
          </a:p>
        </p:txBody>
      </p:sp>
      <p:sp>
        <p:nvSpPr>
          <p:cNvPr id="300037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sz="2400" dirty="0" smtClean="0">
                <a:ea typeface="굴림" pitchFamily="50" charset="-127"/>
              </a:rPr>
              <a:t>Development Environment</a:t>
            </a:r>
            <a:endParaRPr lang="en-US" altLang="ko-KR" sz="2400" dirty="0">
              <a:ea typeface="굴림" pitchFamily="50" charset="-127"/>
            </a:endParaRPr>
          </a:p>
        </p:txBody>
      </p:sp>
      <p:sp>
        <p:nvSpPr>
          <p:cNvPr id="6" name="Rectangle 5"/>
          <p:cNvSpPr txBox="1">
            <a:spLocks noChangeArrowheads="1"/>
          </p:cNvSpPr>
          <p:nvPr/>
        </p:nvSpPr>
        <p:spPr bwMode="gray">
          <a:xfrm>
            <a:off x="857224" y="5286388"/>
            <a:ext cx="7854950" cy="928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ko-KR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굴림" pitchFamily="50" charset="-127"/>
                <a:cs typeface="+mn-cs"/>
              </a:rPr>
              <a:t>Sang-</a:t>
            </a:r>
            <a:r>
              <a:rPr kumimoji="0" lang="en-US" altLang="ko-KR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굴림" pitchFamily="50" charset="-127"/>
                <a:cs typeface="+mn-cs"/>
              </a:rPr>
              <a:t>Wook</a:t>
            </a:r>
            <a:r>
              <a:rPr kumimoji="0" lang="en-US" altLang="ko-KR" sz="2400" b="1" i="0" u="none" strike="noStrike" kern="0" cap="none" spc="0" normalizeH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굴림" pitchFamily="50" charset="-127"/>
                <a:cs typeface="+mn-cs"/>
              </a:rPr>
              <a:t> Lee</a:t>
            </a:r>
            <a:endParaRPr kumimoji="0" lang="en-US" altLang="ko-KR" sz="2400" b="1" i="0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굴림" pitchFamily="50" charset="-127"/>
              <a:cs typeface="+mn-cs"/>
            </a:endParaRPr>
          </a:p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ko-KR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굴림" pitchFamily="50" charset="-127"/>
                <a:cs typeface="+mn-cs"/>
              </a:rPr>
              <a:t>2009.06.17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Toolchain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Compiler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C/C++ Compiler</a:t>
            </a:r>
          </a:p>
          <a:p>
            <a:pPr lvl="2"/>
            <a:r>
              <a:rPr lang="en-US" altLang="ko-KR" dirty="0" smtClean="0"/>
              <a:t>Microsoft Visual C++ 8</a:t>
            </a:r>
          </a:p>
          <a:p>
            <a:r>
              <a:rPr lang="en-US" altLang="ko-KR" dirty="0" smtClean="0"/>
              <a:t>IDE</a:t>
            </a:r>
          </a:p>
          <a:p>
            <a:pPr lvl="1"/>
            <a:r>
              <a:rPr lang="en-US" altLang="ko-KR" dirty="0" smtClean="0"/>
              <a:t>Visual Studio 2005</a:t>
            </a:r>
          </a:p>
          <a:p>
            <a:r>
              <a:rPr lang="en-US" altLang="ko-KR" dirty="0" smtClean="0"/>
              <a:t>OS</a:t>
            </a:r>
          </a:p>
          <a:p>
            <a:pPr lvl="1"/>
            <a:r>
              <a:rPr lang="en-US" altLang="ko-KR" dirty="0" smtClean="0"/>
              <a:t>Windows XP</a:t>
            </a:r>
          </a:p>
          <a:p>
            <a:pPr lvl="1"/>
            <a:r>
              <a:rPr lang="en-US" altLang="ko-KR" dirty="0" smtClean="0"/>
              <a:t>Service Pack 3</a:t>
            </a:r>
            <a:endParaRPr lang="en-US" altLang="ko-KR" dirty="0" smtClean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Version Control </a:t>
            </a:r>
            <a:r>
              <a:rPr lang="en-US" altLang="ko-KR" dirty="0" smtClean="0"/>
              <a:t>System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Subversion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Server</a:t>
            </a:r>
          </a:p>
          <a:p>
            <a:pPr lvl="2"/>
            <a:r>
              <a:rPr lang="en-US" altLang="ko-KR" dirty="0" smtClean="0">
                <a:hlinkClick r:id="rId3"/>
              </a:rPr>
              <a:t>http://subversion.tigris.org/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Client</a:t>
            </a:r>
          </a:p>
          <a:p>
            <a:pPr lvl="2"/>
            <a:r>
              <a:rPr lang="en-US" altLang="ko-KR" dirty="0" err="1" smtClean="0"/>
              <a:t>TortoiseSVN</a:t>
            </a:r>
            <a:endParaRPr lang="en-US" altLang="ko-KR" dirty="0" smtClean="0"/>
          </a:p>
          <a:p>
            <a:pPr lvl="2"/>
            <a:r>
              <a:rPr lang="en-US" altLang="ko-KR" dirty="0" smtClean="0">
                <a:hlinkClick r:id="rId4"/>
              </a:rPr>
              <a:t>http://tortoisesvn.net/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Web Browser</a:t>
            </a:r>
            <a:r>
              <a:rPr lang="ko-KR" altLang="en-US" dirty="0" smtClean="0"/>
              <a:t>를 이용하는 경우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Subversion repository URL</a:t>
            </a:r>
            <a:r>
              <a:rPr lang="ko-KR" altLang="en-US" dirty="0" smtClean="0"/>
              <a:t>을 </a:t>
            </a:r>
            <a:r>
              <a:rPr lang="en-US" altLang="ko-KR" dirty="0" smtClean="0"/>
              <a:t>web browser</a:t>
            </a:r>
            <a:r>
              <a:rPr lang="ko-KR" altLang="en-US" dirty="0" smtClean="0"/>
              <a:t>의 주소창에 입력하면 </a:t>
            </a:r>
            <a:r>
              <a:rPr lang="en-US" altLang="ko-KR" dirty="0" smtClean="0"/>
              <a:t>repository</a:t>
            </a:r>
            <a:r>
              <a:rPr lang="ko-KR" altLang="en-US" dirty="0" smtClean="0"/>
              <a:t>의 내용을 볼 수 있음</a:t>
            </a:r>
            <a:endParaRPr lang="en-US" altLang="ko-KR" dirty="0" smtClean="0"/>
          </a:p>
          <a:p>
            <a:pPr lvl="3"/>
            <a:r>
              <a:rPr lang="ko-KR" altLang="en-US" dirty="0" smtClean="0"/>
              <a:t>단</a:t>
            </a:r>
            <a:r>
              <a:rPr lang="en-US" altLang="ko-KR" dirty="0" smtClean="0"/>
              <a:t>, </a:t>
            </a:r>
            <a:r>
              <a:rPr lang="ko-KR" altLang="en-US" dirty="0" smtClean="0"/>
              <a:t>수정은 되지 않음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SSL</a:t>
            </a:r>
            <a:r>
              <a:rPr lang="ko-KR" altLang="en-US" dirty="0" smtClean="0"/>
              <a:t>에서</a:t>
            </a:r>
            <a:r>
              <a:rPr lang="en-US" altLang="ko-KR" dirty="0" smtClean="0"/>
              <a:t> </a:t>
            </a:r>
            <a:r>
              <a:rPr lang="ko-KR" altLang="en-US" dirty="0" smtClean="0"/>
              <a:t>사설 인증서를 사용하고 있어 접속 시 보안 경고가 나오나 무시하고 계속 진행하면 됨</a:t>
            </a:r>
            <a:endParaRPr lang="en-US" altLang="ko-KR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Compiler Setting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Use MFC Shared DLLs</a:t>
            </a:r>
          </a:p>
          <a:p>
            <a:r>
              <a:rPr lang="en-US" altLang="ko-KR" dirty="0" smtClean="0"/>
              <a:t>Use Unicode Character Set</a:t>
            </a:r>
            <a:endParaRPr lang="ko-KR" alt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71868" y="2571744"/>
            <a:ext cx="5443538" cy="418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직사각형 5"/>
          <p:cNvSpPr/>
          <p:nvPr/>
        </p:nvSpPr>
        <p:spPr bwMode="auto">
          <a:xfrm>
            <a:off x="6643702" y="4000504"/>
            <a:ext cx="1285884" cy="214314"/>
          </a:xfrm>
          <a:prstGeom prst="rect">
            <a:avLst/>
          </a:prstGeom>
          <a:noFill/>
          <a:ln w="508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직사각형 6"/>
          <p:cNvSpPr/>
          <p:nvPr/>
        </p:nvSpPr>
        <p:spPr bwMode="auto">
          <a:xfrm>
            <a:off x="6643702" y="4357694"/>
            <a:ext cx="1428760" cy="214314"/>
          </a:xfrm>
          <a:prstGeom prst="rect">
            <a:avLst/>
          </a:prstGeom>
          <a:noFill/>
          <a:ln w="508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Compiler Setting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Use Multi-threaded Runtime Libraries</a:t>
            </a:r>
            <a:endParaRPr lang="ko-KR" alt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71868" y="2571744"/>
            <a:ext cx="5443538" cy="418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직사각형 5"/>
          <p:cNvSpPr/>
          <p:nvPr/>
        </p:nvSpPr>
        <p:spPr bwMode="auto">
          <a:xfrm>
            <a:off x="6643702" y="3643314"/>
            <a:ext cx="857256" cy="214314"/>
          </a:xfrm>
          <a:prstGeom prst="rect">
            <a:avLst/>
          </a:prstGeom>
          <a:noFill/>
          <a:ln w="508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Subversion Repository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SWL project</a:t>
            </a:r>
          </a:p>
          <a:p>
            <a:pPr lvl="1"/>
            <a:r>
              <a:rPr lang="en-US" altLang="ko-KR" dirty="0" smtClean="0">
                <a:hlinkClick r:id="rId3" action="ppaction://hlinkfile"/>
              </a:rPr>
              <a:t>file:///e:/svnrepos/swl/</a:t>
            </a:r>
            <a:endParaRPr lang="en-US" altLang="ko-KR" dirty="0" smtClean="0"/>
          </a:p>
          <a:p>
            <a:r>
              <a:rPr lang="en-US" altLang="ko-KR" dirty="0" smtClean="0"/>
              <a:t>Sandbox project</a:t>
            </a:r>
          </a:p>
          <a:p>
            <a:pPr lvl="1"/>
            <a:r>
              <a:rPr lang="en-US" altLang="ko-KR" dirty="0" smtClean="0"/>
              <a:t>Subversion test</a:t>
            </a:r>
            <a:r>
              <a:rPr lang="ko-KR" altLang="en-US" dirty="0" smtClean="0"/>
              <a:t>를 위한 </a:t>
            </a:r>
            <a:r>
              <a:rPr lang="en-US" altLang="ko-KR" dirty="0" smtClean="0"/>
              <a:t>project</a:t>
            </a:r>
          </a:p>
          <a:p>
            <a:pPr lvl="1"/>
            <a:r>
              <a:rPr lang="en-US" altLang="ko-KR" dirty="0" smtClean="0">
                <a:hlinkClick r:id="rId4" action="ppaction://hlinkfile"/>
              </a:rPr>
              <a:t>file:///e:/svnrepos/sandbox</a:t>
            </a:r>
            <a:endParaRPr lang="en-US" altLang="ko-KR" dirty="0" smtClean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</a:t>
            </a:r>
            <a:r>
              <a:rPr lang="en-US" altLang="ko-KR" baseline="30000" dirty="0" smtClean="0"/>
              <a:t>rd</a:t>
            </a:r>
            <a:r>
              <a:rPr lang="en-US" altLang="ko-KR" dirty="0"/>
              <a:t>-</a:t>
            </a:r>
            <a:r>
              <a:rPr lang="en-US" altLang="ko-KR" dirty="0" smtClean="0"/>
              <a:t>Party </a:t>
            </a:r>
            <a:r>
              <a:rPr lang="en-US" altLang="ko-KR" dirty="0" smtClean="0"/>
              <a:t>Library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rmAutofit fontScale="70000" lnSpcReduction="20000"/>
          </a:bodyPr>
          <a:lstStyle/>
          <a:p>
            <a:r>
              <a:rPr lang="en-US" altLang="ko-KR" dirty="0" smtClean="0"/>
              <a:t>Boost</a:t>
            </a:r>
          </a:p>
          <a:p>
            <a:pPr lvl="1"/>
            <a:r>
              <a:rPr lang="en-US" altLang="ko-KR" dirty="0" smtClean="0"/>
              <a:t>Version: 1.39.0</a:t>
            </a:r>
          </a:p>
          <a:p>
            <a:pPr lvl="1"/>
            <a:r>
              <a:rPr lang="en-US" altLang="ko-KR" dirty="0" smtClean="0"/>
              <a:t>Site</a:t>
            </a:r>
          </a:p>
          <a:p>
            <a:pPr lvl="2"/>
            <a:r>
              <a:rPr lang="en-US" altLang="ko-KR" dirty="0" smtClean="0">
                <a:hlinkClick r:id="rId3"/>
              </a:rPr>
              <a:t>http://www.boost.org/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Library directory</a:t>
            </a:r>
          </a:p>
          <a:p>
            <a:pPr lvl="2"/>
            <a:r>
              <a:rPr lang="en-US" altLang="ko-KR" dirty="0" smtClean="0"/>
              <a:t>${SWL_REPO}/</a:t>
            </a:r>
            <a:r>
              <a:rPr lang="en-US" altLang="ko-KR" dirty="0" smtClean="0"/>
              <a:t>3rd/include/boost</a:t>
            </a:r>
          </a:p>
          <a:p>
            <a:r>
              <a:rPr lang="en-US" altLang="ko-KR" dirty="0" smtClean="0"/>
              <a:t>OpenCV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Version: 1.0.0</a:t>
            </a:r>
          </a:p>
          <a:p>
            <a:pPr lvl="1"/>
            <a:r>
              <a:rPr lang="en-US" altLang="ko-KR" dirty="0" smtClean="0"/>
              <a:t>Site</a:t>
            </a:r>
          </a:p>
          <a:p>
            <a:pPr lvl="2"/>
            <a:r>
              <a:rPr lang="en-US" altLang="ko-KR" dirty="0" smtClean="0">
                <a:hlinkClick r:id="rId4"/>
              </a:rPr>
              <a:t>http://sourceforge.net/projects/opencvlibrary/ </a:t>
            </a:r>
            <a:endParaRPr lang="en-US" altLang="ko-KR" dirty="0" smtClean="0"/>
          </a:p>
          <a:p>
            <a:pPr lvl="2"/>
            <a:r>
              <a:rPr lang="en-US" altLang="ko-KR" dirty="0" smtClean="0">
                <a:hlinkClick r:id="rId5"/>
              </a:rPr>
              <a:t>http://opencv.willowgarage.com/wiki/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Library directory</a:t>
            </a:r>
          </a:p>
          <a:p>
            <a:pPr lvl="2"/>
            <a:r>
              <a:rPr lang="en-US" altLang="ko-KR" dirty="0" smtClean="0"/>
              <a:t>${SWL_REPO}/3rd/include/</a:t>
            </a:r>
            <a:r>
              <a:rPr lang="en-US" altLang="ko-KR" dirty="0" err="1" smtClean="0"/>
              <a:t>opencv</a:t>
            </a:r>
            <a:endParaRPr lang="en-US" altLang="ko-KR" dirty="0" smtClean="0"/>
          </a:p>
          <a:p>
            <a:r>
              <a:rPr lang="en-US" altLang="ko-KR" dirty="0" smtClean="0"/>
              <a:t>MRPT</a:t>
            </a:r>
          </a:p>
          <a:p>
            <a:pPr lvl="1"/>
            <a:r>
              <a:rPr lang="en-US" altLang="ko-KR" dirty="0" smtClean="0"/>
              <a:t>Version: 0.7.0</a:t>
            </a:r>
          </a:p>
          <a:p>
            <a:pPr lvl="1"/>
            <a:r>
              <a:rPr lang="en-US" altLang="ko-KR" dirty="0" smtClean="0"/>
              <a:t>Site</a:t>
            </a:r>
          </a:p>
          <a:p>
            <a:pPr lvl="2"/>
            <a:r>
              <a:rPr lang="en-US" altLang="ko-KR" dirty="0" smtClean="0">
                <a:hlinkClick r:id="rId6"/>
              </a:rPr>
              <a:t>http://babel.isa.uma.es/mrpt/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Library directory</a:t>
            </a:r>
          </a:p>
          <a:p>
            <a:pPr lvl="2"/>
            <a:r>
              <a:rPr lang="en-US" altLang="ko-KR" dirty="0" smtClean="0"/>
              <a:t>${SWL_REPO}/3rd/include/</a:t>
            </a:r>
            <a:r>
              <a:rPr lang="en-US" altLang="ko-KR" dirty="0" err="1" smtClean="0"/>
              <a:t>mrpt</a:t>
            </a:r>
            <a:endParaRPr lang="en-US" altLang="ko-KR" dirty="0" smtClean="0"/>
          </a:p>
          <a:p>
            <a:endParaRPr lang="en-US" altLang="ko-KR" dirty="0" smtClean="0"/>
          </a:p>
          <a:p>
            <a:pPr lvl="2"/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01TGp_general_light">
  <a:themeElements>
    <a:clrScheme name="s2 3">
      <a:dk1>
        <a:srgbClr val="000000"/>
      </a:dk1>
      <a:lt1>
        <a:srgbClr val="FFFFFF"/>
      </a:lt1>
      <a:dk2>
        <a:srgbClr val="660033"/>
      </a:dk2>
      <a:lt2>
        <a:srgbClr val="DED9CC"/>
      </a:lt2>
      <a:accent1>
        <a:srgbClr val="B1AE6B"/>
      </a:accent1>
      <a:accent2>
        <a:srgbClr val="ADB9AD"/>
      </a:accent2>
      <a:accent3>
        <a:srgbClr val="FFFFFF"/>
      </a:accent3>
      <a:accent4>
        <a:srgbClr val="000000"/>
      </a:accent4>
      <a:accent5>
        <a:srgbClr val="D5D3BA"/>
      </a:accent5>
      <a:accent6>
        <a:srgbClr val="9CA79C"/>
      </a:accent6>
      <a:hlink>
        <a:srgbClr val="C0590C"/>
      </a:hlink>
      <a:folHlink>
        <a:srgbClr val="53B57F"/>
      </a:folHlink>
    </a:clrScheme>
    <a:fontScheme name="s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2 1">
        <a:dk1>
          <a:srgbClr val="000000"/>
        </a:dk1>
        <a:lt1>
          <a:srgbClr val="FFFFFF"/>
        </a:lt1>
        <a:dk2>
          <a:srgbClr val="006699"/>
        </a:dk2>
        <a:lt2>
          <a:srgbClr val="C0C0C0"/>
        </a:lt2>
        <a:accent1>
          <a:srgbClr val="8EC072"/>
        </a:accent1>
        <a:accent2>
          <a:srgbClr val="5DB8CD"/>
        </a:accent2>
        <a:accent3>
          <a:srgbClr val="FFFFFF"/>
        </a:accent3>
        <a:accent4>
          <a:srgbClr val="000000"/>
        </a:accent4>
        <a:accent5>
          <a:srgbClr val="C6DCBC"/>
        </a:accent5>
        <a:accent6>
          <a:srgbClr val="53A6BA"/>
        </a:accent6>
        <a:hlink>
          <a:srgbClr val="D68B40"/>
        </a:hlink>
        <a:folHlink>
          <a:srgbClr val="CBC65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2 2">
        <a:dk1>
          <a:srgbClr val="000000"/>
        </a:dk1>
        <a:lt1>
          <a:srgbClr val="FFFFFF"/>
        </a:lt1>
        <a:dk2>
          <a:srgbClr val="3D337A"/>
        </a:dk2>
        <a:lt2>
          <a:srgbClr val="DDDDDD"/>
        </a:lt2>
        <a:accent1>
          <a:srgbClr val="7FAFD3"/>
        </a:accent1>
        <a:accent2>
          <a:srgbClr val="B7CB7F"/>
        </a:accent2>
        <a:accent3>
          <a:srgbClr val="FFFFFF"/>
        </a:accent3>
        <a:accent4>
          <a:srgbClr val="000000"/>
        </a:accent4>
        <a:accent5>
          <a:srgbClr val="C0D4E6"/>
        </a:accent5>
        <a:accent6>
          <a:srgbClr val="A6B872"/>
        </a:accent6>
        <a:hlink>
          <a:srgbClr val="F6BD6A"/>
        </a:hlink>
        <a:folHlink>
          <a:srgbClr val="B797C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2 3">
        <a:dk1>
          <a:srgbClr val="000000"/>
        </a:dk1>
        <a:lt1>
          <a:srgbClr val="FFFFFF"/>
        </a:lt1>
        <a:dk2>
          <a:srgbClr val="660033"/>
        </a:dk2>
        <a:lt2>
          <a:srgbClr val="DED9CC"/>
        </a:lt2>
        <a:accent1>
          <a:srgbClr val="B1AE6B"/>
        </a:accent1>
        <a:accent2>
          <a:srgbClr val="ADB9AD"/>
        </a:accent2>
        <a:accent3>
          <a:srgbClr val="FFFFFF"/>
        </a:accent3>
        <a:accent4>
          <a:srgbClr val="000000"/>
        </a:accent4>
        <a:accent5>
          <a:srgbClr val="D5D3BA"/>
        </a:accent5>
        <a:accent6>
          <a:srgbClr val="9CA79C"/>
        </a:accent6>
        <a:hlink>
          <a:srgbClr val="C0590C"/>
        </a:hlink>
        <a:folHlink>
          <a:srgbClr val="53B57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301TGp_general_light</Template>
  <TotalTime>813</TotalTime>
  <Words>178</Words>
  <Application>Microsoft Office PowerPoint</Application>
  <PresentationFormat>화면 슬라이드 쇼(4:3)</PresentationFormat>
  <Paragraphs>62</Paragraphs>
  <Slides>7</Slides>
  <Notes>7</Notes>
  <HiddenSlides>0</HiddenSlides>
  <MMClips>0</MMClips>
  <ScaleCrop>false</ScaleCrop>
  <HeadingPairs>
    <vt:vector size="8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3" baseType="lpstr">
      <vt:lpstr>굴림</vt:lpstr>
      <vt:lpstr>맑은 고딕</vt:lpstr>
      <vt:lpstr>Arial</vt:lpstr>
      <vt:lpstr>Wingdings</vt:lpstr>
      <vt:lpstr>301TGp_general_light</vt:lpstr>
      <vt:lpstr>Image</vt:lpstr>
      <vt:lpstr>Project Setting</vt:lpstr>
      <vt:lpstr>Toolchain</vt:lpstr>
      <vt:lpstr>Version Control System</vt:lpstr>
      <vt:lpstr>Compiler Setting</vt:lpstr>
      <vt:lpstr>Compiler Setting</vt:lpstr>
      <vt:lpstr>Subversion Repository</vt:lpstr>
      <vt:lpstr>3rd-Party Library</vt:lpstr>
    </vt:vector>
  </TitlesOfParts>
  <Company>Korea Advanced Institute of Science and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Sang-Wook Lee</dc:creator>
  <cp:lastModifiedBy>Sang-Wook Lee</cp:lastModifiedBy>
  <cp:revision>258</cp:revision>
  <dcterms:created xsi:type="dcterms:W3CDTF">2008-11-26T12:32:50Z</dcterms:created>
  <dcterms:modified xsi:type="dcterms:W3CDTF">2024-11-07T04:48:16Z</dcterms:modified>
</cp:coreProperties>
</file>